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Unbounded"/>
      <p:regular r:id="rId20"/>
    </p:embeddedFont>
    <p:embeddedFont>
      <p:font typeface="Unbounded"/>
      <p:regular r:id="rId21"/>
    </p:embeddedFont>
    <p:embeddedFont>
      <p:font typeface="Poppins Medium"/>
      <p:regular r:id="rId22"/>
    </p:embeddedFont>
    <p:embeddedFont>
      <p:font typeface="Poppins Medium"/>
      <p:regular r:id="rId23"/>
    </p:embeddedFont>
    <p:embeddedFont>
      <p:font typeface="Poppins Medium"/>
      <p:regular r:id="rId24"/>
    </p:embeddedFont>
    <p:embeddedFont>
      <p:font typeface="Poppins Medium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4407"/>
            <a:ext cx="7556421" cy="2480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0"/>
              </a:lnSpc>
              <a:buNone/>
            </a:pPr>
            <a:r>
              <a:rPr lang="en-US" sz="7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6.03 | Group Charades</a:t>
            </a:r>
            <a:endParaRPr lang="en-US" sz="7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6052"/>
            <a:ext cx="6008370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How the Game Works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93790" y="1675686"/>
            <a:ext cx="6441043" cy="1290757"/>
          </a:xfrm>
          <a:prstGeom prst="roundRect">
            <a:avLst>
              <a:gd name="adj" fmla="val 581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0003" y="186189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Guesser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80003" y="2237303"/>
            <a:ext cx="606861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One person from each team comes to the front — back to the board.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95567" y="1675686"/>
            <a:ext cx="6441043" cy="1290757"/>
          </a:xfrm>
          <a:prstGeom prst="roundRect">
            <a:avLst>
              <a:gd name="adj" fmla="val 5812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1781" y="186189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Actors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81781" y="2237303"/>
            <a:ext cx="606861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rest of the team performs the scenes.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5202" y="3147298"/>
            <a:ext cx="6560701" cy="4286250"/>
          </a:xfrm>
          <a:prstGeom prst="roundRect">
            <a:avLst>
              <a:gd name="adj" fmla="val 3001"/>
            </a:avLst>
          </a:prstGeom>
          <a:solidFill>
            <a:srgbClr val="FFD1A7"/>
          </a:solidFill>
          <a:ln/>
        </p:spPr>
      </p:sp>
      <p:sp>
        <p:nvSpPr>
          <p:cNvPr id="10" name="Text 8"/>
          <p:cNvSpPr/>
          <p:nvPr/>
        </p:nvSpPr>
        <p:spPr>
          <a:xfrm>
            <a:off x="843796" y="330803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Scoring: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43796" y="3747730"/>
            <a:ext cx="6203513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Each prompt is worth a set number of points based on difficulty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team with the most points at the end wins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3796" y="450758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Rules: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43796" y="4947285"/>
            <a:ext cx="6203513" cy="92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 speaking or mouthing words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No spelling things out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Props and sounds are encouraged — get creative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796" y="603480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Goal: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43796" y="6474500"/>
            <a:ext cx="6203513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Make the situation clear through group behavior. The better your team coordinates in the huddle, the more points you rack up in the round.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12117" y="3147298"/>
            <a:ext cx="6560701" cy="4286250"/>
          </a:xfrm>
          <a:prstGeom prst="roundRect">
            <a:avLst>
              <a:gd name="adj" fmla="val 3001"/>
            </a:avLst>
          </a:prstGeom>
          <a:solidFill>
            <a:srgbClr val="AFCBF8"/>
          </a:solidFill>
          <a:ln/>
        </p:spPr>
      </p:sp>
      <p:sp>
        <p:nvSpPr>
          <p:cNvPr id="17" name="Text 15"/>
          <p:cNvSpPr/>
          <p:nvPr/>
        </p:nvSpPr>
        <p:spPr>
          <a:xfrm>
            <a:off x="7590711" y="330803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Gameplay: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90711" y="3747730"/>
            <a:ext cx="6203513" cy="293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 put up a slide with 8 prompts. Each prompt has a point value based on how hard it is to act out.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Guesser turns around. The Actors huddle for 90 seconds to make a plan — who does what, which prompts to go after first.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When time is called, the Actors have 3 minutes to get their Guesser to say as many prompts as possible. No words. No mouthing. Props and sounds are fair game — get creative.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round ends when either 3 minutes are up or every prompt is guessed — whichever comes first.</a:t>
            </a:r>
            <a:endParaRPr lang="en-US" sz="1400" dirty="0"/>
          </a:p>
          <a:p>
            <a:pPr algn="l" marL="342900" indent="-342900">
              <a:lnSpc>
                <a:spcPts val="21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Points are tallied. A new Guesser comes up. We go again.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0810"/>
            <a:ext cx="791337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This Is Really About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37723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943701"/>
            <a:ext cx="55342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Your body says more than you think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3372922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Most of what you communicate never goes through your mouth.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737723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357" y="2943701"/>
            <a:ext cx="48433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Communicating Beyond Words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20357" y="3372922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Tone, timing, movement, reaction. Strip the words out and you find out what's actually being said.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412337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9768" y="4618315"/>
            <a:ext cx="45923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Collaboration Under Pressure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9768" y="5047536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When words are off the table, your body has to do all the work.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412337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357" y="461831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Presence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20357" y="5047536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Paying attention to the people in front of you instead of the phone in your hand.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6111835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Play is sacred. Enjoy the game.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7546"/>
            <a:ext cx="1118985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Round 1 — Familiar Group Situations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34458"/>
            <a:ext cx="6422231" cy="808911"/>
          </a:xfrm>
          <a:prstGeom prst="roundRect">
            <a:avLst>
              <a:gd name="adj" fmla="val 103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540437"/>
            <a:ext cx="601027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Airport Security Checkpoint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414379" y="2334458"/>
            <a:ext cx="6422231" cy="808911"/>
          </a:xfrm>
          <a:prstGeom prst="roundRect">
            <a:avLst>
              <a:gd name="adj" fmla="val 103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357" y="2540437"/>
            <a:ext cx="601027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Confetti Throwing at a wedding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3341727"/>
            <a:ext cx="6422231" cy="808911"/>
          </a:xfrm>
          <a:prstGeom prst="roundRect">
            <a:avLst>
              <a:gd name="adj" fmla="val 103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68" y="3547705"/>
            <a:ext cx="601027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Surprise Party for someone's B-day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14379" y="3341727"/>
            <a:ext cx="6422231" cy="808911"/>
          </a:xfrm>
          <a:prstGeom prst="roundRect">
            <a:avLst>
              <a:gd name="adj" fmla="val 103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547705"/>
            <a:ext cx="601027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Crowd in Stadium Performing "The Wave"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4348996"/>
            <a:ext cx="6422231" cy="1205865"/>
          </a:xfrm>
          <a:prstGeom prst="roundRect">
            <a:avLst>
              <a:gd name="adj" fmla="val 691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768" y="4554974"/>
            <a:ext cx="6010275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Dog Park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4379" y="4348996"/>
            <a:ext cx="6422231" cy="1205865"/>
          </a:xfrm>
          <a:prstGeom prst="roundRect">
            <a:avLst>
              <a:gd name="adj" fmla="val 691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357" y="4554974"/>
            <a:ext cx="6010275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Group of Girls Getting Ready to Go Out Doing Makeup in the bathroom mirror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93790" y="5753219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768" y="5959197"/>
            <a:ext cx="35852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Kids Fighting in the Car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9768" y="6388417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5753219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357" y="59591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Card Game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620357" y="6388417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1357"/>
            <a:ext cx="100741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Round 2 — Medical &amp; Emergency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48270"/>
            <a:ext cx="6422231" cy="1156097"/>
          </a:xfrm>
          <a:prstGeom prst="roundRect">
            <a:avLst>
              <a:gd name="adj" fmla="val 721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554248"/>
            <a:ext cx="433744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Dental Procedure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414379" y="2348270"/>
            <a:ext cx="6422231" cy="1156097"/>
          </a:xfrm>
          <a:prstGeom prst="roundRect">
            <a:avLst>
              <a:gd name="adj" fmla="val 721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357" y="2554248"/>
            <a:ext cx="6010275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Shocking Someone's Heart On A Table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93790" y="3702725"/>
            <a:ext cx="6422231" cy="1032272"/>
          </a:xfrm>
          <a:prstGeom prst="roundRect">
            <a:avLst>
              <a:gd name="adj" fmla="val 807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68" y="390870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Heart Surgery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414379" y="3702725"/>
            <a:ext cx="6422231" cy="1032272"/>
          </a:xfrm>
          <a:prstGeom prst="roundRect">
            <a:avLst>
              <a:gd name="adj" fmla="val 807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908703"/>
            <a:ext cx="601027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Choking at a restaurant - heimlich man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4933355"/>
            <a:ext cx="6422231" cy="1964769"/>
          </a:xfrm>
          <a:prstGeom prst="roundRect">
            <a:avLst>
              <a:gd name="adj" fmla="val 424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768" y="5139333"/>
            <a:ext cx="6010275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Someone choking at a restaurant and the Heimlich maneuver is performed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99768" y="6374606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14379" y="4933355"/>
            <a:ext cx="6422231" cy="1964769"/>
          </a:xfrm>
          <a:prstGeom prst="roundRect">
            <a:avLst>
              <a:gd name="adj" fmla="val 424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357" y="513933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Eye Exam</a:t>
            </a:r>
            <a:endParaRPr lang="en-US" sz="3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0962"/>
            <a:ext cx="808112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Round 3 — Sports/ Games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047875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253853"/>
            <a:ext cx="39014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Free Throw in Bball Game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414379" y="2047875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357" y="22538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Football Huddle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2968347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68" y="31743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Dodgeball 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14379" y="2968347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174325"/>
            <a:ext cx="2671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Capture the Flag 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3888819"/>
            <a:ext cx="6422231" cy="1032272"/>
          </a:xfrm>
          <a:prstGeom prst="roundRect">
            <a:avLst>
              <a:gd name="adj" fmla="val 807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768" y="40947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Bullfighting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4379" y="3888819"/>
            <a:ext cx="6422231" cy="1032272"/>
          </a:xfrm>
          <a:prstGeom prst="roundRect">
            <a:avLst>
              <a:gd name="adj" fmla="val 807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357" y="4094798"/>
            <a:ext cx="601027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Slow Motion (Photo) Finish of Sprinters 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93790" y="5119449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768" y="5325428"/>
            <a:ext cx="30099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Bowling for a strike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414379" y="5119449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357" y="53254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Penalty Kick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93790" y="6039922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9768" y="6245900"/>
            <a:ext cx="37168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Pit Crew Changing tires 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99768" y="6675120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379" y="6039922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357" y="6245900"/>
            <a:ext cx="50839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Double Dutch (Group Jump Rope)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620357" y="6675120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1139"/>
            <a:ext cx="798778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Round 4 — Entertainment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08052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714030"/>
            <a:ext cx="37310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Orchestra Performance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414379" y="2508052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357" y="2714030"/>
            <a:ext cx="43848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Magician Performing a Trick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3428524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68" y="3634502"/>
            <a:ext cx="44673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Celebrity Avoiding Paparazzi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14379" y="3428524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634502"/>
            <a:ext cx="530018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Asking someone for an autograph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4348996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768" y="4554974"/>
            <a:ext cx="46999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News Team Broadcasting Live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4379" y="4348996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357" y="4554974"/>
            <a:ext cx="44386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Game show (like family fued)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93790" y="5269468"/>
            <a:ext cx="6422231" cy="1468874"/>
          </a:xfrm>
          <a:prstGeom prst="roundRect">
            <a:avLst>
              <a:gd name="adj" fmla="val 567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768" y="5475446"/>
            <a:ext cx="39344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 group of mimes miming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9768" y="5904667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5269468"/>
            <a:ext cx="6422231" cy="1468874"/>
          </a:xfrm>
          <a:prstGeom prst="roundRect">
            <a:avLst>
              <a:gd name="adj" fmla="val 567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357" y="5475446"/>
            <a:ext cx="601027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Titanic Scene "I'm the King of the World"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620357" y="6214824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5982"/>
            <a:ext cx="543722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Round 5 — Places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02894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4088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Barbershop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414379" y="2202894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357" y="24088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Rock Concert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3123367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68" y="33293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Yoga Class 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14379" y="3123367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3293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Red Carpet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4043839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768" y="424981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BBQ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4379" y="4043839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357" y="4249817"/>
            <a:ext cx="27992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Crowded Elevator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93790" y="4964311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768" y="5170289"/>
            <a:ext cx="33213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Mechanical car wash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414379" y="4964311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357" y="51702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Roller coaster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93790" y="5884783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9768" y="6090761"/>
            <a:ext cx="26455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Fancy art gallery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99768" y="6519982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379" y="5884783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357" y="60907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Haunted House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620357" y="6519982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6277"/>
            <a:ext cx="1025818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Round 6 — Synchronized Activity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663190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8691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Rowing a boat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414379" y="2663190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357" y="2869168"/>
            <a:ext cx="31745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Spin Class (Bicycles)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3583662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68" y="37896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Aerobics Class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14379" y="3583662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7896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Conga Line 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4504134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768" y="47101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Line Dancing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4379" y="4504134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357" y="47101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Cha Cha slide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93790" y="5424607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768" y="56305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YMCA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9768" y="6059805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5424607"/>
            <a:ext cx="6422231" cy="1158716"/>
          </a:xfrm>
          <a:prstGeom prst="roundRect">
            <a:avLst>
              <a:gd name="adj" fmla="val 71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357" y="5630585"/>
            <a:ext cx="601027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Watch me whip now watch me nay nay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4099"/>
            <a:ext cx="127799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Round 7 — Outdoors and Weather Events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81012"/>
            <a:ext cx="6422231" cy="3864293"/>
          </a:xfrm>
          <a:prstGeom prst="roundRect">
            <a:avLst>
              <a:gd name="adj" fmla="val 215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5869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Tornado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9768" y="30383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99768" y="3489722"/>
            <a:ext cx="51081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Group Skydiving Formation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99768" y="39410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99768" y="4392454"/>
            <a:ext cx="6010275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Feeding a Shark From an Underwater Cage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99768" y="5255657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99768" y="5692259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14379" y="2381012"/>
            <a:ext cx="6422231" cy="3864293"/>
          </a:xfrm>
          <a:prstGeom prst="roundRect">
            <a:avLst>
              <a:gd name="adj" fmla="val 2157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357" y="25869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Wildlife Safari 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620357" y="30383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20357" y="34897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Scuba Diving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620357" y="39410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620357" y="4392454"/>
            <a:ext cx="440424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Starting a bobsled race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620357" y="484382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620357" y="5295186"/>
            <a:ext cx="6010275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Catching a big fish and taking a photo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93790" y="6468547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9499"/>
            <a:ext cx="1010281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Round 8 — Chaotic and Dynamic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26412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9323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Tug of war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414379" y="2726412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357" y="29323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Musical chairs 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3646884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768" y="38528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Pillow Fight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14379" y="3646884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852863"/>
            <a:ext cx="30262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Water balloon fight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4567357"/>
            <a:ext cx="6422231" cy="1032272"/>
          </a:xfrm>
          <a:prstGeom prst="roundRect">
            <a:avLst>
              <a:gd name="adj" fmla="val 807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768" y="4773335"/>
            <a:ext cx="31102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Airplane Turbulence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4379" y="4567357"/>
            <a:ext cx="6422231" cy="1032272"/>
          </a:xfrm>
          <a:prstGeom prst="roundRect">
            <a:avLst>
              <a:gd name="adj" fmla="val 807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357" y="4773335"/>
            <a:ext cx="601027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Faith Healing Ceremony at a Pentacostal Southern Baptist Church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93790" y="5797987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9768" y="60039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Snowball fight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7414379" y="5797987"/>
            <a:ext cx="6422231" cy="722114"/>
          </a:xfrm>
          <a:prstGeom prst="roundRect">
            <a:avLst>
              <a:gd name="adj" fmla="val 1154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357" y="6003965"/>
            <a:ext cx="414801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Merry Go Round (Carousel)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1026200"/>
            <a:ext cx="93852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This Week Was Really About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4451390" y="2564011"/>
            <a:ext cx="93852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Presence isn't a personality trait. It's a skill — and like most skills, most people never practice it because nobody tells them it matters.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4451390" y="3581162"/>
            <a:ext cx="93852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This week you had to read a room, mirror a partner, and convince a group of people what you meant without saying a single word. None of that works if you're somewhere else in your head.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4451390" y="4995267"/>
            <a:ext cx="9385221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people who are genuinely enjoyable to be around — the ones who make you feel like what you're saying matters — they're not doing anything magical. They're just actually present, with you, not thinking of being anywhere else. That's it.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451390" y="6806327"/>
            <a:ext cx="93852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Turns out, that's exceedingly rare, but not un-learnable. 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2403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868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Before You Go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528054"/>
            <a:ext cx="104323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Pick One Prompt To Discuss With A Neighbor or Small Group Nearby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650915" y="3135868"/>
            <a:ext cx="4311491" cy="4505325"/>
          </a:xfrm>
          <a:prstGeom prst="roundRect">
            <a:avLst>
              <a:gd name="adj" fmla="val 3314"/>
            </a:avLst>
          </a:prstGeom>
          <a:solidFill>
            <a:srgbClr val="DDF8F2"/>
          </a:solidFill>
          <a:ln/>
        </p:spPr>
      </p:sp>
      <p:sp>
        <p:nvSpPr>
          <p:cNvPr id="6" name="Text 3"/>
          <p:cNvSpPr/>
          <p:nvPr/>
        </p:nvSpPr>
        <p:spPr>
          <a:xfrm>
            <a:off x="849273" y="3314462"/>
            <a:ext cx="3914775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Think about the last conversation you had where you felt the other person was genuinely with you. 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49273" y="5080873"/>
            <a:ext cx="3914775" cy="2381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Explain the concept of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presence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to a neighbor like they're 12, then describe the attributes of people who have that quality, comparing them to those who don't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5168384" y="3135868"/>
            <a:ext cx="4310063" cy="4505325"/>
          </a:xfrm>
          <a:prstGeom prst="roundRect">
            <a:avLst>
              <a:gd name="adj" fmla="val 3316"/>
            </a:avLst>
          </a:prstGeom>
          <a:solidFill>
            <a:srgbClr val="DDF8F2"/>
          </a:solidFill>
          <a:ln/>
        </p:spPr>
      </p:sp>
      <p:sp>
        <p:nvSpPr>
          <p:cNvPr id="9" name="Text 6"/>
          <p:cNvSpPr/>
          <p:nvPr/>
        </p:nvSpPr>
        <p:spPr>
          <a:xfrm>
            <a:off x="5366742" y="3314462"/>
            <a:ext cx="3913346" cy="1587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This week, every activity required you to be fully in the room — no phone, no checking out. 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366742" y="5080873"/>
            <a:ext cx="3913346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did you notice about yourself when that was the only option?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9684425" y="3135868"/>
            <a:ext cx="4310063" cy="4505325"/>
          </a:xfrm>
          <a:prstGeom prst="roundRect">
            <a:avLst>
              <a:gd name="adj" fmla="val 3316"/>
            </a:avLst>
          </a:prstGeom>
          <a:solidFill>
            <a:srgbClr val="DDF8F2"/>
          </a:solidFill>
          <a:ln/>
        </p:spPr>
      </p:sp>
      <p:sp>
        <p:nvSpPr>
          <p:cNvPr id="12" name="Text 9"/>
          <p:cNvSpPr/>
          <p:nvPr/>
        </p:nvSpPr>
        <p:spPr>
          <a:xfrm>
            <a:off x="9882783" y="3314462"/>
            <a:ext cx="3913346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 paper towel on a wet counter absorbs whatever's put in front of it. 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882783" y="4683919"/>
            <a:ext cx="3913346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333F7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What's the difference between that and actually choosing what you pay attention to?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2026-04-18T02:55:14Z</dcterms:created>
  <dcterms:modified xsi:type="dcterms:W3CDTF">2026-04-18T02:55:14Z</dcterms:modified>
</cp:coreProperties>
</file>